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8" r:id="rId4"/>
    <p:sldId id="280" r:id="rId5"/>
    <p:sldId id="327" r:id="rId6"/>
    <p:sldId id="281" r:id="rId7"/>
    <p:sldId id="418" r:id="rId8"/>
    <p:sldId id="279" r:id="rId9"/>
    <p:sldId id="419" r:id="rId10"/>
    <p:sldId id="286" r:id="rId11"/>
    <p:sldId id="420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03"/>
    <p:restoredTop sz="92877"/>
  </p:normalViewPr>
  <p:slideViewPr>
    <p:cSldViewPr snapToGrid="0">
      <p:cViewPr varScale="1">
        <p:scale>
          <a:sx n="115" d="100"/>
          <a:sy n="115" d="100"/>
        </p:scale>
        <p:origin x="3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3CE0-FD9B-8842-D5C8-8DB2F968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10E69-72CA-FC7A-9BC7-1AC5930CF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97B0-9DD0-6EF5-2E3F-C0266C500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5D74-10BA-FA4D-2355-CADC6825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5286-D343-6836-DD0A-5C64ABA2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E55E-9C0E-5C62-617A-A24AC269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5B481-B869-A80C-4B73-9B298F98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1DAC3-2011-77BB-CB6D-A32257BDB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79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2B61-3A52-295E-9197-F84C233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63D9-370E-11B3-4EFF-2AF5A625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3FAA0-B11B-37E6-3663-6BFBD53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FD540-AB85-64E1-308B-E797BF2A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6"/>
            <a:ext cx="6660859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16: Reflecting on evidence and collaboration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8E5B26F-99CF-244A-FFE8-D00929AD8C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8CA803C-E0AA-BEAF-4C04-B2AB590D5E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4125" y="2537852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Reflection is more than describing what happened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What did I contribute to the research process?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How did evidence change my thinking?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Turning reflection into a plan for future practice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2011681" y="6232360"/>
            <a:ext cx="930309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2011681" y="5669035"/>
            <a:ext cx="90303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16.1 Reflection is more than describing what happened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814286-F216-E50D-C00A-43EA34B66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186" y="2251004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16.1 Reflection is more than describing what happened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7C7B813-7E13-6DC2-4AAF-49C859D54DF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41188" y="2808381"/>
            <a:ext cx="8510200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16.2 What did I contribute to the research process?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62C-59A6-F9D2-1466-B691F13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0A622-C731-910F-75D7-436465A09243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0FCB9-EE8E-33BA-7536-08B57C74B593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1688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6943115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16.3 How did evidence change my thinking?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F966DB7-98BA-F828-3801-C809A861BF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649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B5D-2093-A86B-6760-569EE47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84539-8F9C-2D5F-C9E1-943B6949545C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6BAD-9847-7E31-1266-98EC6D7AA57E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40170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6484862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16.4 Turn reflection into a plan for future practice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A78C76B-360B-505F-C987-CDFC9DC2D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317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ECA6-D1E3-3014-6533-C07CEDD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065B-D267-81FE-311D-F1B53E2DA372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3B28-92EC-0885-45DC-C972AE8FF78C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25048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INSERT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554CC08-E38D-A5C9-F184-A55A858F9D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43" y="4382246"/>
            <a:ext cx="2164669" cy="21646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8308</TotalTime>
  <Words>112</Words>
  <Application>Microsoft Macintosh PowerPoint</Application>
  <PresentationFormat>Widescreen</PresentationFormat>
  <Paragraphs>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61</cp:revision>
  <cp:lastPrinted>2026-04-30T09:46:23Z</cp:lastPrinted>
  <dcterms:created xsi:type="dcterms:W3CDTF">2026-04-30T09:42:16Z</dcterms:created>
  <dcterms:modified xsi:type="dcterms:W3CDTF">2026-08-14T15:54:50Z</dcterms:modified>
</cp:coreProperties>
</file>