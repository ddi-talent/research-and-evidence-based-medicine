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2" r:id="rId2"/>
    <p:sldId id="273" r:id="rId3"/>
    <p:sldId id="278" r:id="rId4"/>
    <p:sldId id="280" r:id="rId5"/>
    <p:sldId id="327" r:id="rId6"/>
    <p:sldId id="281" r:id="rId7"/>
    <p:sldId id="418" r:id="rId8"/>
    <p:sldId id="279" r:id="rId9"/>
    <p:sldId id="419" r:id="rId10"/>
    <p:sldId id="286" r:id="rId11"/>
    <p:sldId id="420" r:id="rId12"/>
    <p:sldId id="32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  <a:srgbClr val="C1EDF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76"/>
    <p:restoredTop sz="92877"/>
  </p:normalViewPr>
  <p:slideViewPr>
    <p:cSldViewPr snapToGrid="0">
      <p:cViewPr varScale="1">
        <p:scale>
          <a:sx n="47" d="100"/>
          <a:sy n="47" d="100"/>
        </p:scale>
        <p:origin x="240" y="1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1FE25-85C4-1244-BCDC-A22C8126A90B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FE25D-C5C3-B245-93C4-8392A840C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7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411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3CE0-FD9B-8842-D5C8-8DB2F968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10E69-72CA-FC7A-9BC7-1AC5930CF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097B0-9DD0-6EF5-2E3F-C0266C500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15D74-10BA-FA4D-2355-CADC6825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061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5286-D343-6836-DD0A-5C64ABA26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7E55E-9C0E-5C62-617A-A24AC2698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5B481-B869-A80C-4B73-9B298F981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1DAC3-2011-77BB-CB6D-A32257BDB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79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2B61-3A52-295E-9197-F84C2333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C63D9-370E-11B3-4EFF-2AF5A625C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3FAA0-B11B-37E6-3663-6BFBD53E0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FD540-AB85-64E1-308B-E797BF2A5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3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10: Finding the “right” evidence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68E5B26F-99CF-244A-FFE8-D00929AD8CE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178" y="3656150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16822" y="484055"/>
            <a:ext cx="10555978" cy="66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68708-309E-85E8-D513-913B4FDBDC39}"/>
              </a:ext>
            </a:extLst>
          </p:cNvPr>
          <p:cNvSpPr txBox="1"/>
          <p:nvPr/>
        </p:nvSpPr>
        <p:spPr>
          <a:xfrm>
            <a:off x="416822" y="1349899"/>
            <a:ext cx="9793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08CA803C-E0AA-BEAF-4C04-B2AB590D5EA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4125" y="2537852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Different questions need different sources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Building a transparent search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What might be missing from the evidence?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Building the background to a replication study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3519055" y="6232360"/>
            <a:ext cx="779571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3325091" y="5669037"/>
            <a:ext cx="7716984" cy="5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10.1 Different questions need different sources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1A814286-F216-E50D-C00A-43EA34B66AD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1186" y="2251004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524470" y="3095607"/>
            <a:ext cx="8082817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10.1 Different questions need different sources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B7C7B813-7E13-6DC2-4AAF-49C859D54DF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178" y="3656150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526C7-D33C-71EB-BE2B-4E78FBEE4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6B412C-F23D-EE2C-94F2-E75D3B380F9D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6D6D3-83F0-F3F2-DE1D-581F74A42036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414233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466588" y="3095607"/>
            <a:ext cx="85102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10.2 Building a transparent search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1162C-59A6-F9D2-1466-B691F13E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B0A622-C731-910F-75D7-436465A09243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0FCB9-EE8E-33BA-7536-08B57C74B593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216884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460575" y="2911734"/>
            <a:ext cx="6943115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10.3 What might be missing from the evidence?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2F966DB7-98BA-F828-3801-C809A861BF1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649" y="3513179"/>
            <a:ext cx="2783822" cy="27838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0B5D-2093-A86B-6760-569EE47FC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D84539-8F9C-2D5F-C9E1-943B6949545C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76BAD-9847-7E31-1266-98EC6D7AA57E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340170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E5477-25FD-7E79-1B57-705F3827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D008B5-7D66-403D-E952-E1B70DB55CC4}"/>
              </a:ext>
            </a:extLst>
          </p:cNvPr>
          <p:cNvSpPr txBox="1"/>
          <p:nvPr/>
        </p:nvSpPr>
        <p:spPr>
          <a:xfrm>
            <a:off x="623861" y="2846393"/>
            <a:ext cx="6484862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10.4 Building the background to a replication study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4280A4-0268-BDF1-53C8-D7C2A67A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8A78C76B-360B-505F-C987-CDFC9DC2D3D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4317" y="3513179"/>
            <a:ext cx="2783822" cy="27838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1163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DECA6-D1E3-3014-6533-C07CEDD3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70065B-D267-81FE-311D-F1B53E2DA372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83B28-92EC-0885-45DC-C972AE8FF78C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4250482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00743" y="1026808"/>
            <a:ext cx="104651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INSERT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8554CC08-E38D-A5C9-F184-A55A858F9D6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743" y="4382246"/>
            <a:ext cx="2164669" cy="216466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4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8298</TotalTime>
  <Words>97</Words>
  <Application>Microsoft Macintosh PowerPoint</Application>
  <PresentationFormat>Widescreen</PresentationFormat>
  <Paragraphs>29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55</cp:revision>
  <cp:lastPrinted>2026-04-30T09:46:23Z</cp:lastPrinted>
  <dcterms:created xsi:type="dcterms:W3CDTF">2026-04-30T09:42:16Z</dcterms:created>
  <dcterms:modified xsi:type="dcterms:W3CDTF">2026-08-14T15:36:46Z</dcterms:modified>
</cp:coreProperties>
</file>