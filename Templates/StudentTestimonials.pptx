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57" r:id="rId3"/>
    <p:sldId id="273" r:id="rId4"/>
    <p:sldId id="2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8"/>
    <p:restoredTop sz="94591"/>
  </p:normalViewPr>
  <p:slideViewPr>
    <p:cSldViewPr snapToGrid="0">
      <p:cViewPr varScale="1">
        <p:scale>
          <a:sx n="118" d="100"/>
          <a:sy n="118" d="100"/>
        </p:scale>
        <p:origin x="4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E17D-FF12-AB7B-58D9-AC07CBD9C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DA825-FEEB-74F7-8C7A-126A8B793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1CAB9-8E88-3DCC-A54B-0089EA886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15BF-E858-F24F-A835-7170A471FE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56E7F-819A-19DD-2A17-0D491ECB2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0787F-7AB5-0D91-7BAB-6E08D10F5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112C-28D1-CA4E-A37E-BC07DC18E9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655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560D-BA74-8058-2029-178000ADD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60075-2CCC-2303-E59A-AF3B9E47D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70932-A4C3-716F-33B4-55EF76E8F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15BF-E858-F24F-A835-7170A471FE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D7830-F95E-A554-8DAC-129954D1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79184-4F22-D340-4C95-A19E0A6FC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112C-28D1-CA4E-A37E-BC07DC18E9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314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68D5A-9FFA-8B0A-DD8A-846F10FE7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4E89E-0BFD-D581-1F50-5112BEA98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2D90E-67D3-C042-D276-D29739726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15BF-E858-F24F-A835-7170A471FE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502D6-65C8-9182-569F-53944F57D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C68FC-61B8-EDA6-5138-37E0363E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112C-28D1-CA4E-A37E-BC07DC18E9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3640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8FB8E-58AC-7558-DAC2-A425EE8CD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01059-9B05-8779-E116-27A495635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BEAC5-CF6D-CBA7-64E2-A58DD358D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8DB28-DBCF-20BC-CEDE-033EA099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15BF-E858-F24F-A835-7170A471FE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95D00-3E21-AB9C-5178-BD13E2065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FA200-BD1A-9165-AD40-44C7B5378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112C-28D1-CA4E-A37E-BC07DC18E9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406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7BCDE-3ABD-B4B4-1DA8-5D4EBD2A4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9FB26-49BB-4AA7-0CC2-DB2019D5B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36488-A82C-BA6B-2EFE-87E89B28A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8BB09-570F-563A-B0B5-48CAD375D4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FBA3A-3537-94F5-9C17-DAB56938FD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670EB0-97DB-4227-0B47-818E980D1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15BF-E858-F24F-A835-7170A471FE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539F6A-584F-1202-6EFF-70360067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27E755-662B-F113-776C-701C806ED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112C-28D1-CA4E-A37E-BC07DC18E9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510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3E24D-9AE0-7604-20BA-093B40E2E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AD4BD0-28B1-1B30-C3D9-9310C6469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15BF-E858-F24F-A835-7170A471FE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86FF3E-9B4E-C6C1-4A40-B5008D11F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91B92-D5C5-4F9A-0F1F-005DFE23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112C-28D1-CA4E-A37E-BC07DC18E9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209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083D21-1416-60B2-13D3-457370259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15BF-E858-F24F-A835-7170A471FE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759C9F-9BF3-7B58-A27A-37396973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77A48-A54B-B20A-4458-8EA4D6E35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112C-28D1-CA4E-A37E-BC07DC18E9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5F8EA-FF83-09E9-0938-C3033DC0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96F66-9253-86BC-ABA5-0D818F689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240A1-BA6F-4EF2-D78F-AFD62F08C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8C6A8-9884-47A8-FC04-2463E20CD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15BF-E858-F24F-A835-7170A471FE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07EBF-3C5E-7F14-B688-066BDFFFD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21AA8-B62C-36F8-03B0-4466D23BE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112C-28D1-CA4E-A37E-BC07DC18E9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620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D054-53B3-EC1C-108B-D30B0AB8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63CD9E-4D9D-0F40-9F0A-C9285587A8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F9739-2134-9E46-4116-4CAE0C5A9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B93D9-4A71-2492-A740-5E24DDBC7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15BF-E858-F24F-A835-7170A471FE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41D04-0626-D160-CCD4-634AF1C4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9F157-1C5D-4241-91A8-1E82884D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112C-28D1-CA4E-A37E-BC07DC18E9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51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DD1C-5F7A-7180-C5FC-20651CEFB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40330-FEE6-380D-502A-D81A9C9537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C4606-D567-C148-7580-483BDAA37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15BF-E858-F24F-A835-7170A471FE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77D6D-39FA-3058-465E-CB534F472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678A0-1996-A85F-98C9-309843EB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112C-28D1-CA4E-A37E-BC07DC18E9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545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F11227-51D0-6E9F-835D-F2F77588BF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8B26D-C1B4-441C-3F4C-AE218272B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4747E-B713-E5CD-4F02-BA7198136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15BF-E858-F24F-A835-7170A471FE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8BD30-8596-31D3-8C01-D1C20D089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66A05-AF01-18CE-6A0B-525916C9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112C-28D1-CA4E-A37E-BC07DC18E9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498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BE4B3E-E966-A674-AF43-88BFA630D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D0F6D-AC1F-9166-0ACB-9E3F5F842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75436-EE0F-208F-5432-50DF158E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BB15BF-E858-F24F-A835-7170A471FE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74757-8508-899C-115B-FB27931BD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4EC3F-5CA4-E428-488D-195A0124D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AB112C-28D1-CA4E-A37E-BC07DC18E9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46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F90877-43F4-A032-C0EE-7688808F2EE7}"/>
              </a:ext>
            </a:extLst>
          </p:cNvPr>
          <p:cNvSpPr/>
          <p:nvPr/>
        </p:nvSpPr>
        <p:spPr>
          <a:xfrm>
            <a:off x="756058" y="3782174"/>
            <a:ext cx="1833122" cy="18326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84193" y="2074403"/>
            <a:ext cx="10944278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Research and Evidence Based Medicine</a:t>
            </a:r>
          </a:p>
          <a:p>
            <a:r>
              <a:rPr lang="en-GB" sz="3733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[INSERT TITLE e.g. What did REBM do for me?]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BD2082-F96D-9D01-033C-A4E9ACAB3F03}"/>
              </a:ext>
            </a:extLst>
          </p:cNvPr>
          <p:cNvSpPr txBox="1"/>
          <p:nvPr/>
        </p:nvSpPr>
        <p:spPr>
          <a:xfrm>
            <a:off x="684193" y="5718297"/>
            <a:ext cx="3009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[INSERT YOUR NAME]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A76935-4B01-3791-04F9-C1155A993D05}"/>
              </a:ext>
            </a:extLst>
          </p:cNvPr>
          <p:cNvSpPr txBox="1"/>
          <p:nvPr/>
        </p:nvSpPr>
        <p:spPr>
          <a:xfrm>
            <a:off x="684193" y="6179962"/>
            <a:ext cx="5607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[INSERT YOUR CURRENT YEAR/PLACE]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85426F-FB0E-3D67-8C18-78461D2353CE}"/>
              </a:ext>
            </a:extLst>
          </p:cNvPr>
          <p:cNvSpPr txBox="1"/>
          <p:nvPr/>
        </p:nvSpPr>
        <p:spPr>
          <a:xfrm>
            <a:off x="784443" y="4283005"/>
            <a:ext cx="1776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[INSERT HEADSHOT]</a:t>
            </a:r>
          </a:p>
        </p:txBody>
      </p:sp>
      <p:pic>
        <p:nvPicPr>
          <p:cNvPr id="8" name="Camera 7">
            <a:extLst>
              <a:ext uri="{FF2B5EF4-FFF2-40B4-BE49-F238E27FC236}">
                <a16:creationId xmlns:a16="http://schemas.microsoft.com/office/drawing/2014/main" id="{89A320EA-63B7-A114-EA0D-51E07509BB0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8738" y="3747795"/>
            <a:ext cx="2656273" cy="265627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C29F-53C7-3BAB-55B8-BD37EA3BC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960"/>
            <a:ext cx="10515600" cy="961739"/>
          </a:xfrm>
        </p:spPr>
        <p:txBody>
          <a:bodyPr>
            <a:normAutofit/>
          </a:bodyPr>
          <a:lstStyle/>
          <a:p>
            <a:r>
              <a:rPr lang="en-GB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Why was REBM useful for 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DC2A9-A308-4A13-EA64-43C33BFCF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9106"/>
            <a:ext cx="4930588" cy="4106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Explain some scenario that REBM became useful for, and in particular what that challenge was.</a:t>
            </a:r>
          </a:p>
          <a:p>
            <a:pPr marL="0" indent="0"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might be something directly research/stats/programming or something more general.</a:t>
            </a:r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6FFC2D3D-05FA-D39F-555D-81F0C613319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10821" y="2861416"/>
            <a:ext cx="2656273" cy="265627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1178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003AB-6601-3B32-6995-3FDCDC6AC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F9F1D-62AA-8814-E0DB-435F3CB61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960"/>
            <a:ext cx="10515600" cy="961739"/>
          </a:xfrm>
        </p:spPr>
        <p:txBody>
          <a:bodyPr>
            <a:noAutofit/>
          </a:bodyPr>
          <a:lstStyle/>
          <a:p>
            <a:r>
              <a:rPr lang="en-GB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advice would you give yourself if you went back to the start of Y2 REBM?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096FB-D575-1853-18E4-AB8E23D7D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6494"/>
            <a:ext cx="5670176" cy="4106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Give some genuine advice that will help Y2 students study and engage with REBM. </a:t>
            </a:r>
          </a:p>
          <a:p>
            <a:pPr marL="0" indent="0"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could be a study tip, some mindset or another type of advice.</a:t>
            </a:r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69B08E8B-04D8-AC1A-CC02-4B41311208C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10821" y="2861416"/>
            <a:ext cx="2656273" cy="265627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2647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D916A-AFA5-3598-A070-CBF33789B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B5F80-9C46-A9F4-7ACA-90F1AD734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960"/>
            <a:ext cx="10515600" cy="961739"/>
          </a:xfrm>
        </p:spPr>
        <p:txBody>
          <a:bodyPr>
            <a:normAutofit/>
          </a:bodyPr>
          <a:lstStyle/>
          <a:p>
            <a:r>
              <a:rPr lang="en-GB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Contact (delete if not)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2E045-FF00-B0D0-E380-42012A68E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9106"/>
            <a:ext cx="4930588" cy="4106116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 CONTACT DETAILS IF YOU WANT </a:t>
            </a:r>
          </a:p>
          <a:p>
            <a:pPr marL="0" indent="0"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[BY NO MEANS NECESSARY!]</a:t>
            </a:r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F807F8BD-0E94-71B4-18D9-93BD029F1B0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10821" y="2861416"/>
            <a:ext cx="2656273" cy="265627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31621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140</Words>
  <Application>Microsoft Macintosh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Source Sans Pro</vt:lpstr>
      <vt:lpstr>Office Theme</vt:lpstr>
      <vt:lpstr>PowerPoint Presentation</vt:lpstr>
      <vt:lpstr>Why was REBM useful for me?</vt:lpstr>
      <vt:lpstr>What advice would you give yourself if you went back to the start of Y2 REBM?</vt:lpstr>
      <vt:lpstr>Contact (delete if not)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2</cp:revision>
  <dcterms:created xsi:type="dcterms:W3CDTF">2026-06-11T14:31:30Z</dcterms:created>
  <dcterms:modified xsi:type="dcterms:W3CDTF">2026-06-22T10:41:52Z</dcterms:modified>
</cp:coreProperties>
</file>