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"/>
    <p:sldId id="273" r:id="rId3"/>
    <p:sldId id="278" r:id="rId4"/>
    <p:sldId id="279" r:id="rId5"/>
    <p:sldId id="282" r:id="rId6"/>
    <p:sldId id="280" r:id="rId7"/>
    <p:sldId id="283" r:id="rId8"/>
    <p:sldId id="281" r:id="rId9"/>
    <p:sldId id="284" r:id="rId10"/>
    <p:sldId id="28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1D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92"/>
    <p:restoredTop sz="94722"/>
  </p:normalViewPr>
  <p:slideViewPr>
    <p:cSldViewPr snapToGrid="0">
      <p:cViewPr varScale="1">
        <p:scale>
          <a:sx n="118" d="100"/>
          <a:sy n="118" d="100"/>
        </p:scale>
        <p:origin x="42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505C6-39F5-4F27-D40D-0C552DF32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B1C3FD-A143-13ED-C3DE-44269DB222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0D406-68E3-A6FF-0717-9682B50F9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C4169-2998-760E-F009-BA73C15FB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D6149-715F-CBD8-1BC1-252FDECF1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645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C0FC7-4CB5-1110-8068-A272DE621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B6E31-BCA2-19C4-F10D-E116793D1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A4E93-D777-2A92-CC0B-8E93D4CC3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74C13-0EDE-16CA-1A7F-A3081BB79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B55D2-EA13-82B7-61DD-36323F207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1409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B0CC5-DAAD-5017-7875-018654CB4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23382-1E94-3453-4D25-9D42A769D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C57F6-8D3F-49A9-0449-5DCF99AC0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602CD-213C-78F1-9445-9442CD9E5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9E4FD-7B5C-A4EC-CDE4-934A146EB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896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62C21-3C92-73D8-73F7-5A7F63533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CE01-0E6F-9333-9288-5177AAB216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AE897-528F-B3AB-369F-8F922D5DA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A2E7C-3000-46E3-1557-0A2A59899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EC56C4-1833-19A9-A856-1362253B8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17E1E-D416-F9E1-AA74-7A63174E2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2748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A7B0F-AF3B-22D6-59DA-187835703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EFC78-D38A-CD38-4C31-12AD35B53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5DF4DE-FFB5-E407-7FDD-317522B9B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8658F7-4D59-1FC7-B0D5-D814BFB54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149413-0679-DAD6-D1A8-7984ECDCA4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B7FDA1-F7BD-9471-B19E-0F3380F22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6E888D-6D81-9C6F-CBB7-3BD89D5A7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89F34B-BC78-7478-2C5C-05DFF5BF8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008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98A18-8C50-2B7C-124F-FC2D75B8E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FCB492-845D-F323-F212-4ABE54B0A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933A63-D9EE-8652-2DB1-2F724A0F3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FAB4C0-8DCE-9C75-29FC-A2B90EEC1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79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C090E-1783-2F69-2F60-354C5B1FC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191562-6997-5ADA-B8AD-237FD9642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4520F-211E-9BBA-C4D4-EC317AFF3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0772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A2A3C-FEC4-3066-32AD-66066DE30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D78B6-3242-CFA7-AD59-D982A2F22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AB09B6-B1DE-85B8-9FDF-DD7E79B60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EF645-FB11-0E66-BEC1-1F5E9C0C4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95CB1-8DEA-15F4-C397-F8224C5A4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42B52-20D6-2E65-938B-960A5C559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7065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16B90-FC20-FA7D-3342-B206F308D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64BBA3-031C-687D-BEE1-D7E4912E8C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0E133-E815-97FC-CA2D-322B2AACD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F53E93-530E-54E2-FA19-BBF652B1F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4B090-851C-580D-F20E-336242839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BAEBB-FEE3-D746-FA37-DE33B8486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9473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2F3C5-9215-5C7B-D4F0-F26B882CC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610E7-A0D9-CF06-B540-497A78168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B22E8-0BDA-D4B9-84B0-029693CD3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A19D-4A77-4412-B6B5-9BF62B826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E568E-0D09-699C-341E-7FBE1E8A5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976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82FBFA-D8C3-8A98-5DE5-6BF9F29512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B89761-4252-46DF-BE0E-D4F201C4E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35D4C-5533-2CC4-1F64-BD58C2420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36BBC-1218-5CF6-5FBD-4A0B58533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CCAA5-73AC-5BD8-340C-A97B105AC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880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6271B1-6719-4EB1-EAE0-3C9E560E9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D6A9E-EA6D-5B12-1AFD-5663E3A6A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0E9A7-AABF-56CA-B7EE-B52C7F5FE9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0F6BED-B3FB-8548-A220-F135D64A6F38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888E3-25B4-73F3-4668-8B2ED11016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94BD5-47DC-7819-F9FA-149765A0E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673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F5E2EF-FD9E-B482-DEAD-AB4626EE6F93}"/>
              </a:ext>
            </a:extLst>
          </p:cNvPr>
          <p:cNvSpPr txBox="1"/>
          <p:nvPr/>
        </p:nvSpPr>
        <p:spPr>
          <a:xfrm>
            <a:off x="623861" y="3095607"/>
            <a:ext cx="10944278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Topic &lt;X&gt;: &lt;TITLE OF TOPIC&gt;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69DFD77-03D5-E162-AFB9-0D5714BC6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492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9CDCC65B-C285-5408-6FD6-A502E5C0AE3D}"/>
              </a:ext>
            </a:extLst>
          </p:cNvPr>
          <p:cNvSpPr txBox="1">
            <a:spLocks/>
          </p:cNvSpPr>
          <p:nvPr/>
        </p:nvSpPr>
        <p:spPr>
          <a:xfrm>
            <a:off x="427580" y="384348"/>
            <a:ext cx="10117640" cy="6497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6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&lt;SLIDE TITLE&gt;</a:t>
            </a:r>
          </a:p>
        </p:txBody>
      </p:sp>
      <p:sp>
        <p:nvSpPr>
          <p:cNvPr id="3" name="Google Shape;116;p26">
            <a:extLst>
              <a:ext uri="{FF2B5EF4-FFF2-40B4-BE49-F238E27FC236}">
                <a16:creationId xmlns:a16="http://schemas.microsoft.com/office/drawing/2014/main" id="{7359F510-70A1-0934-F910-D45BA59409FD}"/>
              </a:ext>
            </a:extLst>
          </p:cNvPr>
          <p:cNvSpPr txBox="1">
            <a:spLocks/>
          </p:cNvSpPr>
          <p:nvPr/>
        </p:nvSpPr>
        <p:spPr>
          <a:xfrm>
            <a:off x="427580" y="3065956"/>
            <a:ext cx="5390514" cy="72608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&lt;INSERT SLIDE TEXT&gt;</a:t>
            </a:r>
          </a:p>
        </p:txBody>
      </p:sp>
    </p:spTree>
    <p:extLst>
      <p:ext uri="{BB962C8B-B14F-4D97-AF65-F5344CB8AC3E}">
        <p14:creationId xmlns:p14="http://schemas.microsoft.com/office/powerpoint/2010/main" val="1127349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7A4882-6016-04E4-C16B-380D29551A36}"/>
              </a:ext>
            </a:extLst>
          </p:cNvPr>
          <p:cNvSpPr txBox="1"/>
          <p:nvPr/>
        </p:nvSpPr>
        <p:spPr>
          <a:xfrm>
            <a:off x="500743" y="463485"/>
            <a:ext cx="58782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The rest of this topic…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8F128-6E60-8FCA-F828-497A6279C073}"/>
              </a:ext>
            </a:extLst>
          </p:cNvPr>
          <p:cNvSpPr txBox="1"/>
          <p:nvPr/>
        </p:nvSpPr>
        <p:spPr>
          <a:xfrm>
            <a:off x="500744" y="1328577"/>
            <a:ext cx="836086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&lt;NEXT SUB-TOPIC 1&gt;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&lt;NEXT SUB-TOPIC 2&gt;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&lt;NEXT SUB-TOPIC 3&gt;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4201F3-6770-3B8B-D596-D8E7D2E3DDAE}"/>
              </a:ext>
            </a:extLst>
          </p:cNvPr>
          <p:cNvCxnSpPr>
            <a:cxnSpLocks/>
          </p:cNvCxnSpPr>
          <p:nvPr/>
        </p:nvCxnSpPr>
        <p:spPr>
          <a:xfrm>
            <a:off x="4303059" y="6232360"/>
            <a:ext cx="701171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E6219C6-14A1-1B48-5A50-CB68B1A38433}"/>
              </a:ext>
            </a:extLst>
          </p:cNvPr>
          <p:cNvSpPr txBox="1"/>
          <p:nvPr/>
        </p:nvSpPr>
        <p:spPr>
          <a:xfrm>
            <a:off x="4303059" y="5669037"/>
            <a:ext cx="67390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&lt;X.X NEXT SUBTOPIC&gt;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011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532147-E62F-27A8-8B11-1F8CEC7B5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AE7D90-F368-4DD5-59E2-07DE50455E82}"/>
              </a:ext>
            </a:extLst>
          </p:cNvPr>
          <p:cNvSpPr txBox="1"/>
          <p:nvPr/>
        </p:nvSpPr>
        <p:spPr>
          <a:xfrm>
            <a:off x="623861" y="3095607"/>
            <a:ext cx="10944278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&lt;TITLE OF SUBTOPIC 1&gt;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30686E1-B47B-B70D-9591-65F8A3DEF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163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7E32E-841E-8728-96B6-DBC71709F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0FB4E1CE-7548-3533-4BEF-A8E81372C4A1}"/>
              </a:ext>
            </a:extLst>
          </p:cNvPr>
          <p:cNvSpPr txBox="1">
            <a:spLocks/>
          </p:cNvSpPr>
          <p:nvPr/>
        </p:nvSpPr>
        <p:spPr>
          <a:xfrm>
            <a:off x="427580" y="384348"/>
            <a:ext cx="10117640" cy="6497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6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&lt;SLIDE TITLE&gt;</a:t>
            </a:r>
          </a:p>
        </p:txBody>
      </p:sp>
      <p:sp>
        <p:nvSpPr>
          <p:cNvPr id="3" name="Google Shape;116;p26">
            <a:extLst>
              <a:ext uri="{FF2B5EF4-FFF2-40B4-BE49-F238E27FC236}">
                <a16:creationId xmlns:a16="http://schemas.microsoft.com/office/drawing/2014/main" id="{8B1336EF-0859-1557-D1EE-88FD5E26757B}"/>
              </a:ext>
            </a:extLst>
          </p:cNvPr>
          <p:cNvSpPr txBox="1">
            <a:spLocks/>
          </p:cNvSpPr>
          <p:nvPr/>
        </p:nvSpPr>
        <p:spPr>
          <a:xfrm>
            <a:off x="427580" y="3065956"/>
            <a:ext cx="5390514" cy="72608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&lt;INSERT SLIDE TEXT&gt;</a:t>
            </a:r>
          </a:p>
        </p:txBody>
      </p:sp>
    </p:spTree>
    <p:extLst>
      <p:ext uri="{BB962C8B-B14F-4D97-AF65-F5344CB8AC3E}">
        <p14:creationId xmlns:p14="http://schemas.microsoft.com/office/powerpoint/2010/main" val="200951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84D1A1-4766-28B4-B84C-B00BC312E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718EE5A-8EAF-D775-559F-62EBE5883B70}"/>
              </a:ext>
            </a:extLst>
          </p:cNvPr>
          <p:cNvSpPr txBox="1"/>
          <p:nvPr/>
        </p:nvSpPr>
        <p:spPr>
          <a:xfrm>
            <a:off x="623861" y="3095607"/>
            <a:ext cx="10944278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&lt;TITLE OF SUBTOPIC 2&gt;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9801A6C-1B88-9796-06C1-B2575F81E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045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0537E-3715-6FDE-1A18-B1440116D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AD9165D2-51D7-D4E4-6971-D2F35ED05880}"/>
              </a:ext>
            </a:extLst>
          </p:cNvPr>
          <p:cNvSpPr txBox="1">
            <a:spLocks/>
          </p:cNvSpPr>
          <p:nvPr/>
        </p:nvSpPr>
        <p:spPr>
          <a:xfrm>
            <a:off x="427580" y="384348"/>
            <a:ext cx="10117640" cy="6497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6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&lt;SLIDE TITLE&gt;</a:t>
            </a:r>
          </a:p>
        </p:txBody>
      </p:sp>
      <p:sp>
        <p:nvSpPr>
          <p:cNvPr id="3" name="Google Shape;116;p26">
            <a:extLst>
              <a:ext uri="{FF2B5EF4-FFF2-40B4-BE49-F238E27FC236}">
                <a16:creationId xmlns:a16="http://schemas.microsoft.com/office/drawing/2014/main" id="{E64111EC-E66C-4BA6-499E-F25F7AEA2F93}"/>
              </a:ext>
            </a:extLst>
          </p:cNvPr>
          <p:cNvSpPr txBox="1">
            <a:spLocks/>
          </p:cNvSpPr>
          <p:nvPr/>
        </p:nvSpPr>
        <p:spPr>
          <a:xfrm>
            <a:off x="427580" y="3065956"/>
            <a:ext cx="5390514" cy="72608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&lt;INSERT SLIDE TEXT&gt;</a:t>
            </a:r>
          </a:p>
        </p:txBody>
      </p:sp>
    </p:spTree>
    <p:extLst>
      <p:ext uri="{BB962C8B-B14F-4D97-AF65-F5344CB8AC3E}">
        <p14:creationId xmlns:p14="http://schemas.microsoft.com/office/powerpoint/2010/main" val="4188799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07C101-AC8D-22F3-CDE2-9952DB49D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743FA7-F3D4-F343-457C-F097AFEF3C84}"/>
              </a:ext>
            </a:extLst>
          </p:cNvPr>
          <p:cNvSpPr txBox="1"/>
          <p:nvPr/>
        </p:nvSpPr>
        <p:spPr>
          <a:xfrm>
            <a:off x="623861" y="3095607"/>
            <a:ext cx="10944278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&lt;TITLE OF SUBTOPIC 3&gt;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861E90F-0966-58D9-AF11-FE3C43D28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153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79F88-3E45-0CED-AF39-9C8FD062E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837E5E0B-A0E0-0B8D-2F90-2C10E8396827}"/>
              </a:ext>
            </a:extLst>
          </p:cNvPr>
          <p:cNvSpPr txBox="1">
            <a:spLocks/>
          </p:cNvSpPr>
          <p:nvPr/>
        </p:nvSpPr>
        <p:spPr>
          <a:xfrm>
            <a:off x="427580" y="384348"/>
            <a:ext cx="10117640" cy="6497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6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&lt;SLIDE TITLE&gt;</a:t>
            </a:r>
          </a:p>
        </p:txBody>
      </p:sp>
      <p:sp>
        <p:nvSpPr>
          <p:cNvPr id="3" name="Google Shape;116;p26">
            <a:extLst>
              <a:ext uri="{FF2B5EF4-FFF2-40B4-BE49-F238E27FC236}">
                <a16:creationId xmlns:a16="http://schemas.microsoft.com/office/drawing/2014/main" id="{DC729837-74F0-CF09-C597-3090792F20C3}"/>
              </a:ext>
            </a:extLst>
          </p:cNvPr>
          <p:cNvSpPr txBox="1">
            <a:spLocks/>
          </p:cNvSpPr>
          <p:nvPr/>
        </p:nvSpPr>
        <p:spPr>
          <a:xfrm>
            <a:off x="427580" y="3065956"/>
            <a:ext cx="5390514" cy="72608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&lt;INSERT SLIDE TEXT&gt;</a:t>
            </a:r>
          </a:p>
        </p:txBody>
      </p:sp>
    </p:spTree>
    <p:extLst>
      <p:ext uri="{BB962C8B-B14F-4D97-AF65-F5344CB8AC3E}">
        <p14:creationId xmlns:p14="http://schemas.microsoft.com/office/powerpoint/2010/main" val="4027143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FE9BF-930E-0A88-049A-8C6D658D8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B87C5B-C1E1-586C-4DF8-4AD6AB15B5B4}"/>
              </a:ext>
            </a:extLst>
          </p:cNvPr>
          <p:cNvSpPr txBox="1"/>
          <p:nvPr/>
        </p:nvSpPr>
        <p:spPr>
          <a:xfrm>
            <a:off x="500743" y="463485"/>
            <a:ext cx="58782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What you need to do next…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9FBF80-4DB0-FFED-AB2E-F97CFA3B6861}"/>
              </a:ext>
            </a:extLst>
          </p:cNvPr>
          <p:cNvSpPr txBox="1"/>
          <p:nvPr/>
        </p:nvSpPr>
        <p:spPr>
          <a:xfrm>
            <a:off x="500744" y="1328577"/>
            <a:ext cx="836086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&lt;NOTE ON CODE ALONG&gt;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&lt;NOTE ON LAB&gt;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&lt;NOTE ON MCQs&gt;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&lt;NOTE ON DISCUSSION BOARD&gt;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4048D93-CE3B-2C04-DE0A-2C7A2ADB27C0}"/>
              </a:ext>
            </a:extLst>
          </p:cNvPr>
          <p:cNvCxnSpPr>
            <a:cxnSpLocks/>
          </p:cNvCxnSpPr>
          <p:nvPr/>
        </p:nvCxnSpPr>
        <p:spPr>
          <a:xfrm>
            <a:off x="7391399" y="6232360"/>
            <a:ext cx="392337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9606799-C9AB-D73E-8140-7F2FF5803538}"/>
              </a:ext>
            </a:extLst>
          </p:cNvPr>
          <p:cNvSpPr txBox="1"/>
          <p:nvPr/>
        </p:nvSpPr>
        <p:spPr>
          <a:xfrm>
            <a:off x="7391399" y="5669037"/>
            <a:ext cx="36506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To the code-along…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630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124</Words>
  <Application>Microsoft Macintosh PowerPoint</Application>
  <PresentationFormat>Widescreen</PresentationFormat>
  <Paragraphs>23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Oldnall</dc:creator>
  <cp:lastModifiedBy>Chris Oldnall</cp:lastModifiedBy>
  <cp:revision>7</cp:revision>
  <cp:lastPrinted>2026-04-30T09:46:23Z</cp:lastPrinted>
  <dcterms:created xsi:type="dcterms:W3CDTF">2026-04-30T09:42:16Z</dcterms:created>
  <dcterms:modified xsi:type="dcterms:W3CDTF">2026-06-04T12:00:28Z</dcterms:modified>
</cp:coreProperties>
</file>