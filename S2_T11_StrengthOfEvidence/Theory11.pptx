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07"/>
    <p:restoredTop sz="92877"/>
  </p:normalViewPr>
  <p:slideViewPr>
    <p:cSldViewPr snapToGrid="0">
      <p:cViewPr varScale="1">
        <p:scale>
          <a:sx n="57" d="100"/>
          <a:sy n="57" d="100"/>
        </p:scale>
        <p:origin x="168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11: The strength of evidence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Study design determines what we can infer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Internal validity: is the result credible here?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External validity: does the result apply elsewhere?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Describing and justifying the replication design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3439886" y="6232360"/>
            <a:ext cx="78748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3325091" y="5669037"/>
            <a:ext cx="7716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11.1 Study design determines what we can infer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11.1 Study design determines what we can infer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66588" y="3095607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11.2 Internal validity: is the result credible here?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11.3 External validity: does the result apply elsewhere?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11.4 Describing and justifying the replication design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8299</TotalTime>
  <Words>111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56</cp:revision>
  <cp:lastPrinted>2026-04-30T09:46:23Z</cp:lastPrinted>
  <dcterms:created xsi:type="dcterms:W3CDTF">2026-04-30T09:42:16Z</dcterms:created>
  <dcterms:modified xsi:type="dcterms:W3CDTF">2026-08-14T15:38:27Z</dcterms:modified>
</cp:coreProperties>
</file>